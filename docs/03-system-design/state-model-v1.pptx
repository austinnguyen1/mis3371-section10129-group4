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47"/>
    <p:restoredTop sz="94610"/>
  </p:normalViewPr>
  <p:slideViewPr>
    <p:cSldViewPr snapToGrid="0" snapToObjects="1">
      <p:cViewPr>
        <p:scale>
          <a:sx n="123" d="100"/>
          <a:sy n="123" d="100"/>
        </p:scale>
        <p:origin x="1136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4793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73152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MarketStreet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34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FE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Model (v1)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840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B8C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states for a simulated stock trade: Submitted, Validated, Accepted, Rejected. Includes the state diagram, state definitions, and allowed transitions.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3371  •  Week 3 Capstone Design Checkpoint  •  Austin Tran Nguyen, Sophia Musetti, Agah Duzenli, Arya Nair, Shayaan M Dawra, Benjamin Nguyen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transition diagram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2286000"/>
            <a:ext cx="292608" cy="292608"/>
          </a:xfrm>
          <a:prstGeom prst="ellipse">
            <a:avLst/>
          </a:prstGeom>
          <a:solidFill>
            <a:srgbClr val="10263B"/>
          </a:solidFill>
          <a:ln w="12700">
            <a:solidFill>
              <a:srgbClr val="1026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1440" y="265176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receives order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463040" y="1874520"/>
            <a:ext cx="2194560" cy="1097280"/>
          </a:xfrm>
          <a:prstGeom prst="roundRect">
            <a:avLst>
              <a:gd name="adj" fmla="val 6667"/>
            </a:avLst>
          </a:prstGeom>
          <a:solidFill>
            <a:srgbClr val="E9EDF3"/>
          </a:solidFill>
          <a:ln w="28575">
            <a:solidFill>
              <a:srgbClr val="1026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463040" y="1874520"/>
            <a:ext cx="219456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120640" y="1874520"/>
            <a:ext cx="2194560" cy="1097280"/>
          </a:xfrm>
          <a:prstGeom prst="roundRect">
            <a:avLst>
              <a:gd name="adj" fmla="val 6667"/>
            </a:avLst>
          </a:prstGeom>
          <a:solidFill>
            <a:srgbClr val="FFF3D6"/>
          </a:solidFill>
          <a:ln w="28575">
            <a:solidFill>
              <a:srgbClr val="D89B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120640" y="1874520"/>
            <a:ext cx="219456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869680" y="1874520"/>
            <a:ext cx="2194560" cy="1097280"/>
          </a:xfrm>
          <a:prstGeom prst="roundRect">
            <a:avLst>
              <a:gd name="adj" fmla="val 6667"/>
            </a:avLst>
          </a:prstGeom>
          <a:solidFill>
            <a:srgbClr val="E3F4EC"/>
          </a:solidFill>
          <a:ln w="28575">
            <a:solidFill>
              <a:srgbClr val="1B9C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869680" y="1874520"/>
            <a:ext cx="219456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120640" y="4206240"/>
            <a:ext cx="2194560" cy="1097280"/>
          </a:xfrm>
          <a:prstGeom prst="roundRect">
            <a:avLst>
              <a:gd name="adj" fmla="val 6667"/>
            </a:avLst>
          </a:prstGeom>
          <a:solidFill>
            <a:srgbClr val="FBE9E7"/>
          </a:solidFill>
          <a:ln w="28575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120640" y="4206240"/>
            <a:ext cx="219456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8869680" y="3063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9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120640" y="5394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1248" y="2423160"/>
            <a:ext cx="621792" cy="0"/>
          </a:xfrm>
          <a:prstGeom prst="line">
            <a:avLst/>
          </a:prstGeom>
          <a:noFill/>
          <a:ln w="19050">
            <a:solidFill>
              <a:srgbClr val="1D2B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0" y="2423160"/>
            <a:ext cx="1463040" cy="0"/>
          </a:xfrm>
          <a:prstGeom prst="line">
            <a:avLst/>
          </a:prstGeom>
          <a:noFill/>
          <a:ln w="19050">
            <a:solidFill>
              <a:srgbClr val="1D2B3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3703320" y="16916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checks pass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(BR-1 to BR-6)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0" y="2423160"/>
            <a:ext cx="1554480" cy="0"/>
          </a:xfrm>
          <a:prstGeom prst="line">
            <a:avLst/>
          </a:prstGeom>
          <a:noFill/>
          <a:ln w="19050">
            <a:solidFill>
              <a:srgbClr val="1B9C6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360920" y="1691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and holdings update succeeds (BR-7)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2971800"/>
            <a:ext cx="0" cy="123444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355080" y="32004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fails, rolled back (system error, BR-8)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60320" y="2971800"/>
            <a:ext cx="0" cy="178308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560320" y="4754880"/>
            <a:ext cx="256032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2697480" y="41148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fails (BR-1 to BR-6)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03920" y="4114800"/>
            <a:ext cx="3200400" cy="1280160"/>
          </a:xfrm>
          <a:prstGeom prst="roundRect">
            <a:avLst>
              <a:gd name="adj" fmla="val 5714"/>
            </a:avLst>
          </a:prstGeom>
          <a:solidFill>
            <a:srgbClr val="F3F6F9"/>
          </a:solidFill>
          <a:ln w="12700">
            <a:solidFill>
              <a:srgbClr val="C9D3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8503920" y="4114800"/>
            <a:ext cx="3200400" cy="1280160"/>
          </a:xfrm>
          <a:prstGeom prst="rect">
            <a:avLst/>
          </a:prstGeom>
          <a:noFill/>
          <a:ln/>
        </p:spPr>
        <p:txBody>
          <a:bodyPr wrap="square" lIns="177800" tIns="177800" rIns="177800" bIns="17780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and Rejected are final. A trade is never edited, cancelled, or reopened. A new order gets a new transaction ID.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6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definitions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74552" cy="4343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ENTERED WHEN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D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order was received and saved with a transaction ID. Nothing has been checked yet.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application receives the order from the user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D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order passed every business rule and has a valid price. It is ready to execute.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checks pass: type, symbol, quantity, price, cash or shares (BR-1 to BR-6)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D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trade was executed. Cash and holdings are updated and the record is complete.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portfolio update commits (BR-7)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D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trade was not executed. The reason is saved and cash and holdings are unchanged.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rule fails, or the portfolio update fails and rolls back (BR-8)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D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Text 1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never set the status themselves. Only the application changes it, and only through the allowed transitions.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294</Words>
  <Application>Microsoft Macintosh PowerPoint</Application>
  <PresentationFormat>Widescreen</PresentationFormat>
  <Paragraphs>43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MarketStreet State Model v1</dc:title>
  <dc:subject>PptxGenJS Presentation</dc:subject>
  <dc:creator>PptxGenJS</dc:creator>
  <cp:lastModifiedBy>Duzenli, Agah</cp:lastModifiedBy>
  <cp:revision>2</cp:revision>
  <dcterms:created xsi:type="dcterms:W3CDTF">2026-09-21T01:42:43Z</dcterms:created>
  <dcterms:modified xsi:type="dcterms:W3CDTF">2026-09-21T01:56:35Z</dcterms:modified>
</cp:coreProperties>
</file>